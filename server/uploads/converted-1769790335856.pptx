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Converted PDF Presentation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Generated on 1/30/2026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Slide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3719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qqqqqqqqqqqqqqqqqqqqqqqqqqqqqqqqqqqqq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qqqqqqqqqqqqqqqqqqqqqqqqqqqqqqqqqqqqq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qqqqqqqqqqqqqqqqqqqqqqqqqqqqqqqqqqqqq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qqqqqqqqqqqqqqqqqqqqqqq 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qqqqqqqqqqqqqqqqqqqqqqqqqqqqqqqqqqqqq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qqqqqqqqqqqqqqqqqqqqqqqqqqqqqqqqqqqqq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qqqqqqqqqqqqqqqqqqqqqqqqqqqqqqqqqqqqq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qqqqqqqqqqqqqqqqqqqqqqq 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qqqqqqqqqqqqqqqqqqqqqqqqqqqqqqqqqqqqq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qqqqqqqqqqqqqqqqqqqqqqqqqqqqqqqqqqqqq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qqqqqqqqqqqqqqqqqqqqqqqqqqqqqqqqqqqqq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qqqqqqqqqqqqqqqqqqqqqqq 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qqqqqqqqqqqqqqqqqqqqqqqqqqqqqqqqqqqqq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qqqqqqqqqqqqqqqqqqqqqqqqqqqqqqqqqqqqq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qqqqqqqqqqqqqqqqqqqqqqqqqqqqqqqqqqqqq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qqqqqqqqqqqqqqqqqqqqqqq 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qqqqqqqqqqqqqqqqqqqqqqqqqqqqqqqqqqqqq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qqqqqqqqqqqqqqqqqqqqqqqqqqqqqqqqqqqqq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qqqqqqqqqqqqqqqqqqqqqqqqqqqqqqqqqqqqq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qqqqqqqqqqqqqqqqqqqqqqq 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qqqqqqqqqqqqqqqqqqqqqqqqqqqqqqqqqqqqq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qqqqqqqqqqqqqqqqqqqqqqqqqqqqqqqqqqqqq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qqqqqqqqqqqqqqqqqqqqqqqqqqqqqqqqqqqqq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qqqqqqqqqqqqqqqqqqqqqqq 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qqqqqqqqqqqqqqqqqqqqqqqqqqqqqqqqqqqqq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qqqqqqqqqqqqqqqqqqqqqqqqqqqqqqqqqqqqq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qqqqqqqqqqqqqqqqqqqqqqqqqqqqqqqqqqqqq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qqqqqqqqqqqqqqqqqqqqqqq 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qqqqqqqqqqqqqqqqqqqqqqqqqqqqqqqqqqqqq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qqqqqqqqqqqqqqqqqqqqqqqqqqqqqqqqqqqqq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qqqqqqqqqqqqqqqqqqqqqqqqqqqqqqqqqqqqq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qqqqqqqqqqqqqqqqqqqqqqq 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qqqqqqqqqqqqqqqqqqqqqqqqqqqqqqqqqqqqq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qqqqqqqqqqqqqqqqqqqqqqqqqqqqqqqqqqqqq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qqqqqqqqq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Slide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3719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qqqqqqqqqqqqqqqqqqqqqqqqqqqq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qqqqqqqqqqqqqqqqqqqqqqq 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qqqqqqqqqqqqqqqqqqqqqqqqqqqqqqqqqqqqq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qqqqqqqqqqqqqqqqqqqqqqqqqqqqqqqqqqqqq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qqqqqqqqqqqqqqqqqqqqqqqqqqqqqqqqqqqqq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qqqqqqqqqqqqqqqqqqqqqqq 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 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2026-01-30T16:25:35Z</dcterms:created>
  <dcterms:modified xsi:type="dcterms:W3CDTF">2026-01-30T16:25:35Z</dcterms:modified>
</cp:coreProperties>
</file>